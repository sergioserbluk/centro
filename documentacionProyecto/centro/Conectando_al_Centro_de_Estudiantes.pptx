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Conectando al Centro de Estudiantes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Proyecto interdisciplinario de desarrollo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Proyecto desarrollado por estudiantes en la materia Prácticas Profesionalizantes.</a:t>
            </a:r>
          </a:p>
          <a:p>
            <a:pPr algn="l">
              <a:defRPr sz="2000"/>
            </a:pPr>
            <a:r>
              <a:t>Objetivo: crear una plataforma web que fortalezca la comunicación y participación del Centro de Estudiantes.</a:t>
            </a:r>
          </a:p>
          <a:p>
            <a:pPr algn="l">
              <a:defRPr sz="2000"/>
            </a:pPr>
            <a:r>
              <a:t>Tecnologías utilizadas: HTML, CSS, PHP, MySQL y 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Marco conceptual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Los alumnos investigaron y aplicaron los siguientes temas:</a:t>
            </a:r>
          </a:p>
          <a:p>
            <a:pPr algn="l">
              <a:defRPr sz="2000"/>
            </a:pPr>
            <a:r>
              <a:t>- Autenticación y sesiones</a:t>
            </a:r>
          </a:p>
          <a:p>
            <a:pPr algn="l">
              <a:defRPr sz="2000"/>
            </a:pPr>
            <a:r>
              <a:t>- Cifrado de contraseñas</a:t>
            </a:r>
          </a:p>
          <a:p>
            <a:pPr algn="l">
              <a:defRPr sz="2000"/>
            </a:pPr>
            <a:r>
              <a:t>- Conexión y consultas a base de datos</a:t>
            </a:r>
          </a:p>
          <a:p>
            <a:pPr algn="l">
              <a:defRPr sz="2000"/>
            </a:pPr>
            <a:r>
              <a:t>- Diseño y usabilidad web</a:t>
            </a:r>
          </a:p>
          <a:p>
            <a:pPr algn="l">
              <a:defRPr sz="2000"/>
            </a:pPr>
            <a:r>
              <a:t>- Organización del código</a:t>
            </a:r>
          </a:p>
          <a:p>
            <a:pPr algn="l">
              <a:defRPr sz="2000"/>
            </a:pPr>
            <a:r>
              <a:t>- Seguridad en la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Frontend: HTML, CSS, JavaScript.</a:t>
            </a:r>
          </a:p>
          <a:p>
            <a:pPr algn="l">
              <a:defRPr sz="2000"/>
            </a:pPr>
            <a:r>
              <a:t>Backend: PHP (sesiones, validaciones).</a:t>
            </a:r>
          </a:p>
          <a:p>
            <a:pPr algn="l">
              <a:defRPr sz="2000"/>
            </a:pPr>
            <a:r>
              <a:t>Base de datos: MySQL (usuarios, noticias, eventos).</a:t>
            </a:r>
          </a:p>
          <a:p>
            <a:pPr algn="l">
              <a:defRPr sz="2000"/>
            </a:pPr>
            <a:r>
              <a:t>Carpeta documentacion con informe teórico y técnico.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Autenticación y sesiones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Implementación del inicio de sesión con validación en PHP.</a:t>
            </a:r>
          </a:p>
          <a:p>
            <a:pPr algn="l">
              <a:defRPr sz="2000"/>
            </a:pPr>
            <a:r>
              <a:t>Uso de $_SESSION para mantener la sesión activa.</a:t>
            </a:r>
          </a:p>
          <a:p>
            <a:pPr algn="l">
              <a:defRPr sz="2000"/>
            </a:pPr>
            <a:r>
              <a:t>Control de acceso y cierre seguro de sesión.</a:t>
            </a:r>
          </a:p>
          <a:p>
            <a:pPr algn="l">
              <a:defRPr sz="2000"/>
            </a:pPr>
            <a:r>
              <a:t>Tema relacionado: Seguridad y manejo de sesiones.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Cifrado de contraseñas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Contraseñas almacenadas en forma cifrada usando password_hash() y password_verify().</a:t>
            </a:r>
          </a:p>
          <a:p>
            <a:pPr algn="l">
              <a:defRPr sz="2000"/>
            </a:pPr>
            <a:r>
              <a:t>Protección ante filtraciones de datos.</a:t>
            </a:r>
          </a:p>
          <a:p>
            <a:pPr algn="l">
              <a:defRPr sz="2000"/>
            </a:pPr>
            <a:r>
              <a:t>Tema relacionado: Cifrado y protección de datos personales.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datos y consultas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Tablas en MySQL: usuarios, publicaciones, eventos, comentarios.</a:t>
            </a:r>
          </a:p>
          <a:p>
            <a:pPr algn="l">
              <a:defRPr sz="2000"/>
            </a:pPr>
            <a:r>
              <a:t>Conexión con mysqli o PDO.</a:t>
            </a:r>
          </a:p>
          <a:p>
            <a:pPr algn="l">
              <a:defRPr sz="2000"/>
            </a:pPr>
            <a:r>
              <a:t>Operaciones CRUD y relaciones simples.</a:t>
            </a:r>
          </a:p>
          <a:p>
            <a:pPr algn="l">
              <a:defRPr sz="2000"/>
            </a:pPr>
            <a:r>
              <a:t>Tema relacionado: Bases de datos relacionales.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Diseño y experiencia de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Uso de CSS y estructuras semánticas HTML.</a:t>
            </a:r>
          </a:p>
          <a:p>
            <a:pPr algn="l">
              <a:defRPr sz="2000"/>
            </a:pPr>
            <a:r>
              <a:t>Interfaz moderna y adaptable.</a:t>
            </a:r>
          </a:p>
          <a:p>
            <a:pPr algn="l">
              <a:defRPr sz="2000"/>
            </a:pPr>
            <a:r>
              <a:t>Pruebas de visualización en distintos dispositivos.</a:t>
            </a:r>
          </a:p>
          <a:p>
            <a:pPr algn="l">
              <a:defRPr sz="2000"/>
            </a:pPr>
            <a:r>
              <a:t>Tema relacionado: Diseño web adaptable.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Organización del código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Separación de funciones frontend/backend.</a:t>
            </a:r>
          </a:p>
          <a:p>
            <a:pPr algn="l">
              <a:defRPr sz="2000"/>
            </a:pPr>
            <a:r>
              <a:t>Uso de includes para evitar repetición.</a:t>
            </a:r>
          </a:p>
          <a:p>
            <a:pPr algn="l">
              <a:defRPr sz="2000"/>
            </a:pPr>
            <a:r>
              <a:t>Archivos comunes para cabecera, pie y menús.</a:t>
            </a:r>
          </a:p>
          <a:p>
            <a:pPr algn="l">
              <a:defRPr sz="2000"/>
            </a:pPr>
            <a:r>
              <a:t>Tema relacionado: Buenas prácticas en desarrollo.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y validaciones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Validación en frontend y backend.</a:t>
            </a:r>
          </a:p>
          <a:p>
            <a:pPr algn="l">
              <a:defRPr sz="2000"/>
            </a:pPr>
            <a:r>
              <a:t>Filtrado de datos para prevenir inyección.</a:t>
            </a:r>
          </a:p>
          <a:p>
            <a:pPr algn="l">
              <a:defRPr sz="2000"/>
            </a:pPr>
            <a:r>
              <a:t>Control de roles y recuperación segura de contraseñas.</a:t>
            </a:r>
          </a:p>
          <a:p>
            <a:pPr algn="l">
              <a:defRPr sz="2000"/>
            </a:pPr>
            <a:r>
              <a:t>Tema relacionado: Seguridad informática.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Comunicación y participación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Espacio para noticias, eventos, encuestas y opiniones.</a:t>
            </a:r>
          </a:p>
          <a:p>
            <a:pPr algn="l">
              <a:defRPr sz="2000"/>
            </a:pPr>
            <a:r>
              <a:t>Permite que los estudiantes publiquen y comenten.</a:t>
            </a:r>
          </a:p>
          <a:p>
            <a:pPr algn="l">
              <a:defRPr sz="2000"/>
            </a:pPr>
            <a:r>
              <a:t>Fomenta la interacción y transparencia.</a:t>
            </a:r>
          </a:p>
          <a:p>
            <a:pPr algn="l">
              <a:defRPr sz="2000"/>
            </a:pPr>
            <a:r>
              <a:t>Tema relacionado: Participación ciudadana.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educativo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Promueve el trabajo colaborativo.</a:t>
            </a:r>
          </a:p>
          <a:p>
            <a:pPr algn="l">
              <a:defRPr sz="2000"/>
            </a:pPr>
            <a:r>
              <a:t>Integra conocimientos de programación, diseño y gestión.</a:t>
            </a:r>
          </a:p>
          <a:p>
            <a:pPr algn="l">
              <a:defRPr sz="2000"/>
            </a:pPr>
            <a:r>
              <a:t>Desarrolla competencias de resolución de problemas y pensamiento lógico.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Proyecto que integra teoría y práctica.</a:t>
            </a:r>
          </a:p>
          <a:p>
            <a:pPr algn="l">
              <a:defRPr sz="2000"/>
            </a:pPr>
            <a:r>
              <a:t>Aplicación de conceptos de seguridad, diseño y bases de datos.</a:t>
            </a:r>
          </a:p>
          <a:p>
            <a:pPr algn="l">
              <a:defRPr sz="2000"/>
            </a:pPr>
            <a:r>
              <a:t>Comprensión del ciclo de vida del software y del valor social de la tecnología.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 de exposición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“Conectando al Centro de Estudiantes” muestra cómo la programación puede fortalecer la comunidad educativa integrando tecnología, comunicación y participación.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